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A58B6C-42DB-4D55-84B3-12C146288404}" v="47" dt="2024-06-06T18:21:54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ajura, Davi" userId="4ce78943-789c-439f-b413-bf6ec525946f" providerId="ADAL" clId="{B1A58B6C-42DB-4D55-84B3-12C146288404}"/>
    <pc:docChg chg="undo custSel addSld modSld">
      <pc:chgData name="Tanajura, Davi" userId="4ce78943-789c-439f-b413-bf6ec525946f" providerId="ADAL" clId="{B1A58B6C-42DB-4D55-84B3-12C146288404}" dt="2024-06-06T18:22:06.123" v="442" actId="14100"/>
      <pc:docMkLst>
        <pc:docMk/>
      </pc:docMkLst>
      <pc:sldChg chg="addSp delSp modSp new mod">
        <pc:chgData name="Tanajura, Davi" userId="4ce78943-789c-439f-b413-bf6ec525946f" providerId="ADAL" clId="{B1A58B6C-42DB-4D55-84B3-12C146288404}" dt="2024-06-06T18:22:06.123" v="442" actId="14100"/>
        <pc:sldMkLst>
          <pc:docMk/>
          <pc:sldMk cId="1808595340" sldId="259"/>
        </pc:sldMkLst>
        <pc:spChg chg="add del mod">
          <ac:chgData name="Tanajura, Davi" userId="4ce78943-789c-439f-b413-bf6ec525946f" providerId="ADAL" clId="{B1A58B6C-42DB-4D55-84B3-12C146288404}" dt="2024-06-06T17:54:22.906" v="4" actId="478"/>
          <ac:spMkLst>
            <pc:docMk/>
            <pc:sldMk cId="1808595340" sldId="259"/>
            <ac:spMk id="2" creationId="{DBFC5AF4-16E3-5168-DB1F-056B99976F78}"/>
          </ac:spMkLst>
        </pc:spChg>
        <pc:spChg chg="add del mod">
          <ac:chgData name="Tanajura, Davi" userId="4ce78943-789c-439f-b413-bf6ec525946f" providerId="ADAL" clId="{B1A58B6C-42DB-4D55-84B3-12C146288404}" dt="2024-06-06T17:56:17.293" v="11" actId="478"/>
          <ac:spMkLst>
            <pc:docMk/>
            <pc:sldMk cId="1808595340" sldId="259"/>
            <ac:spMk id="3" creationId="{F50B3724-163E-D85B-325C-AE215A638076}"/>
          </ac:spMkLst>
        </pc:spChg>
        <pc:spChg chg="add mod">
          <ac:chgData name="Tanajura, Davi" userId="4ce78943-789c-439f-b413-bf6ec525946f" providerId="ADAL" clId="{B1A58B6C-42DB-4D55-84B3-12C146288404}" dt="2024-06-06T17:56:29.956" v="13" actId="1076"/>
          <ac:spMkLst>
            <pc:docMk/>
            <pc:sldMk cId="1808595340" sldId="259"/>
            <ac:spMk id="5" creationId="{386388BB-5EB1-A1C2-8958-9663632F6724}"/>
          </ac:spMkLst>
        </pc:spChg>
        <pc:spChg chg="add mod">
          <ac:chgData name="Tanajura, Davi" userId="4ce78943-789c-439f-b413-bf6ec525946f" providerId="ADAL" clId="{B1A58B6C-42DB-4D55-84B3-12C146288404}" dt="2024-06-06T18:13:35.584" v="184" actId="20577"/>
          <ac:spMkLst>
            <pc:docMk/>
            <pc:sldMk cId="1808595340" sldId="259"/>
            <ac:spMk id="8" creationId="{F9ACAF63-769B-58FD-15A0-BBFE05A93D3E}"/>
          </ac:spMkLst>
        </pc:spChg>
        <pc:spChg chg="add mod">
          <ac:chgData name="Tanajura, Davi" userId="4ce78943-789c-439f-b413-bf6ec525946f" providerId="ADAL" clId="{B1A58B6C-42DB-4D55-84B3-12C146288404}" dt="2024-06-06T17:59:35.095" v="131" actId="1076"/>
          <ac:spMkLst>
            <pc:docMk/>
            <pc:sldMk cId="1808595340" sldId="259"/>
            <ac:spMk id="9" creationId="{5751FACD-B6BE-7E49-654A-E5054395B8BA}"/>
          </ac:spMkLst>
        </pc:spChg>
        <pc:spChg chg="add del">
          <ac:chgData name="Tanajura, Davi" userId="4ce78943-789c-439f-b413-bf6ec525946f" providerId="ADAL" clId="{B1A58B6C-42DB-4D55-84B3-12C146288404}" dt="2024-06-06T17:59:43.860" v="133" actId="478"/>
          <ac:spMkLst>
            <pc:docMk/>
            <pc:sldMk cId="1808595340" sldId="259"/>
            <ac:spMk id="10" creationId="{D6642A82-79E2-63BA-9D91-7D7718A7BC42}"/>
          </ac:spMkLst>
        </pc:spChg>
        <pc:spChg chg="add del">
          <ac:chgData name="Tanajura, Davi" userId="4ce78943-789c-439f-b413-bf6ec525946f" providerId="ADAL" clId="{B1A58B6C-42DB-4D55-84B3-12C146288404}" dt="2024-06-06T17:59:58.841" v="137" actId="478"/>
          <ac:spMkLst>
            <pc:docMk/>
            <pc:sldMk cId="1808595340" sldId="259"/>
            <ac:spMk id="11" creationId="{AAA38042-0BAE-F527-5045-3D5E5A42B2C3}"/>
          </ac:spMkLst>
        </pc:spChg>
        <pc:spChg chg="add del">
          <ac:chgData name="Tanajura, Davi" userId="4ce78943-789c-439f-b413-bf6ec525946f" providerId="ADAL" clId="{B1A58B6C-42DB-4D55-84B3-12C146288404}" dt="2024-06-06T17:59:57.567" v="136" actId="478"/>
          <ac:spMkLst>
            <pc:docMk/>
            <pc:sldMk cId="1808595340" sldId="259"/>
            <ac:spMk id="12" creationId="{A17F7530-1C2A-9644-CDF6-D4DB55186E0A}"/>
          </ac:spMkLst>
        </pc:spChg>
        <pc:spChg chg="add mod">
          <ac:chgData name="Tanajura, Davi" userId="4ce78943-789c-439f-b413-bf6ec525946f" providerId="ADAL" clId="{B1A58B6C-42DB-4D55-84B3-12C146288404}" dt="2024-06-06T18:00:08.637" v="139" actId="14100"/>
          <ac:spMkLst>
            <pc:docMk/>
            <pc:sldMk cId="1808595340" sldId="259"/>
            <ac:spMk id="13" creationId="{60B8FCB6-C6D6-773C-1584-8ACB60ABD5AE}"/>
          </ac:spMkLst>
        </pc:spChg>
        <pc:spChg chg="add del mod">
          <ac:chgData name="Tanajura, Davi" userId="4ce78943-789c-439f-b413-bf6ec525946f" providerId="ADAL" clId="{B1A58B6C-42DB-4D55-84B3-12C146288404}" dt="2024-06-06T18:14:14.823" v="189" actId="14100"/>
          <ac:spMkLst>
            <pc:docMk/>
            <pc:sldMk cId="1808595340" sldId="259"/>
            <ac:spMk id="16" creationId="{98EBFD6D-9230-DFAB-4961-5D1D87D60B2E}"/>
          </ac:spMkLst>
        </pc:spChg>
        <pc:spChg chg="add del mod">
          <ac:chgData name="Tanajura, Davi" userId="4ce78943-789c-439f-b413-bf6ec525946f" providerId="ADAL" clId="{B1A58B6C-42DB-4D55-84B3-12C146288404}" dt="2024-06-06T18:15:41.483" v="204" actId="408"/>
          <ac:spMkLst>
            <pc:docMk/>
            <pc:sldMk cId="1808595340" sldId="259"/>
            <ac:spMk id="19" creationId="{52596171-27D0-587A-5C2B-E4C310D24358}"/>
          </ac:spMkLst>
        </pc:spChg>
        <pc:spChg chg="add mod">
          <ac:chgData name="Tanajura, Davi" userId="4ce78943-789c-439f-b413-bf6ec525946f" providerId="ADAL" clId="{B1A58B6C-42DB-4D55-84B3-12C146288404}" dt="2024-06-06T18:15:56.945" v="205" actId="1076"/>
          <ac:spMkLst>
            <pc:docMk/>
            <pc:sldMk cId="1808595340" sldId="259"/>
            <ac:spMk id="22" creationId="{643598E4-4E83-0E49-7E14-2E7672B02A25}"/>
          </ac:spMkLst>
        </pc:spChg>
        <pc:spChg chg="add mod">
          <ac:chgData name="Tanajura, Davi" userId="4ce78943-789c-439f-b413-bf6ec525946f" providerId="ADAL" clId="{B1A58B6C-42DB-4D55-84B3-12C146288404}" dt="2024-06-06T18:15:41.483" v="204" actId="408"/>
          <ac:spMkLst>
            <pc:docMk/>
            <pc:sldMk cId="1808595340" sldId="259"/>
            <ac:spMk id="24" creationId="{AE6ECCA7-E31B-8FD7-924A-EC3D8D266536}"/>
          </ac:spMkLst>
        </pc:spChg>
        <pc:spChg chg="add mod">
          <ac:chgData name="Tanajura, Davi" userId="4ce78943-789c-439f-b413-bf6ec525946f" providerId="ADAL" clId="{B1A58B6C-42DB-4D55-84B3-12C146288404}" dt="2024-06-06T18:15:41.483" v="204" actId="408"/>
          <ac:spMkLst>
            <pc:docMk/>
            <pc:sldMk cId="1808595340" sldId="259"/>
            <ac:spMk id="26" creationId="{BE4B2C30-9CDB-6A1D-0770-059662F02FE9}"/>
          </ac:spMkLst>
        </pc:spChg>
        <pc:spChg chg="add mod">
          <ac:chgData name="Tanajura, Davi" userId="4ce78943-789c-439f-b413-bf6ec525946f" providerId="ADAL" clId="{B1A58B6C-42DB-4D55-84B3-12C146288404}" dt="2024-06-06T18:15:41.483" v="204" actId="408"/>
          <ac:spMkLst>
            <pc:docMk/>
            <pc:sldMk cId="1808595340" sldId="259"/>
            <ac:spMk id="28" creationId="{12E9D7CA-1B3B-1F2E-11CC-EF0E28B0D91C}"/>
          </ac:spMkLst>
        </pc:spChg>
        <pc:spChg chg="add mod">
          <ac:chgData name="Tanajura, Davi" userId="4ce78943-789c-439f-b413-bf6ec525946f" providerId="ADAL" clId="{B1A58B6C-42DB-4D55-84B3-12C146288404}" dt="2024-06-06T18:19:00.722" v="319" actId="1076"/>
          <ac:spMkLst>
            <pc:docMk/>
            <pc:sldMk cId="1808595340" sldId="259"/>
            <ac:spMk id="29" creationId="{B5A56A1A-D7BA-B6E5-FD3B-C9324FA14B8F}"/>
          </ac:spMkLst>
        </pc:spChg>
        <pc:spChg chg="add mod">
          <ac:chgData name="Tanajura, Davi" userId="4ce78943-789c-439f-b413-bf6ec525946f" providerId="ADAL" clId="{B1A58B6C-42DB-4D55-84B3-12C146288404}" dt="2024-06-06T18:18:54.814" v="318" actId="14100"/>
          <ac:spMkLst>
            <pc:docMk/>
            <pc:sldMk cId="1808595340" sldId="259"/>
            <ac:spMk id="30" creationId="{A46AFEEB-24C3-66E5-E9F8-63D3F9CCC1D7}"/>
          </ac:spMkLst>
        </pc:spChg>
        <pc:spChg chg="add mod">
          <ac:chgData name="Tanajura, Davi" userId="4ce78943-789c-439f-b413-bf6ec525946f" providerId="ADAL" clId="{B1A58B6C-42DB-4D55-84B3-12C146288404}" dt="2024-06-06T18:20:16.962" v="324" actId="1076"/>
          <ac:spMkLst>
            <pc:docMk/>
            <pc:sldMk cId="1808595340" sldId="259"/>
            <ac:spMk id="34" creationId="{289A439B-159D-9EF3-11DD-9A78EF358114}"/>
          </ac:spMkLst>
        </pc:spChg>
        <pc:spChg chg="add mod">
          <ac:chgData name="Tanajura, Davi" userId="4ce78943-789c-439f-b413-bf6ec525946f" providerId="ADAL" clId="{B1A58B6C-42DB-4D55-84B3-12C146288404}" dt="2024-06-06T18:20:48.596" v="350" actId="1076"/>
          <ac:spMkLst>
            <pc:docMk/>
            <pc:sldMk cId="1808595340" sldId="259"/>
            <ac:spMk id="35" creationId="{C789E16D-2C3F-3F42-6DF4-EF292E02C483}"/>
          </ac:spMkLst>
        </pc:spChg>
        <pc:spChg chg="add mod">
          <ac:chgData name="Tanajura, Davi" userId="4ce78943-789c-439f-b413-bf6ec525946f" providerId="ADAL" clId="{B1A58B6C-42DB-4D55-84B3-12C146288404}" dt="2024-06-06T18:21:48.950" v="439" actId="1076"/>
          <ac:spMkLst>
            <pc:docMk/>
            <pc:sldMk cId="1808595340" sldId="259"/>
            <ac:spMk id="36" creationId="{8EF6E3E6-27F5-27A8-A2CC-69A01AAB3969}"/>
          </ac:spMkLst>
        </pc:spChg>
        <pc:spChg chg="add mod">
          <ac:chgData name="Tanajura, Davi" userId="4ce78943-789c-439f-b413-bf6ec525946f" providerId="ADAL" clId="{B1A58B6C-42DB-4D55-84B3-12C146288404}" dt="2024-06-06T18:21:45.179" v="438" actId="1076"/>
          <ac:spMkLst>
            <pc:docMk/>
            <pc:sldMk cId="1808595340" sldId="259"/>
            <ac:spMk id="37" creationId="{6E1E92A1-3A98-A1FD-3B0E-526107A6A15E}"/>
          </ac:spMkLst>
        </pc:spChg>
        <pc:picChg chg="add del mod">
          <ac:chgData name="Tanajura, Davi" userId="4ce78943-789c-439f-b413-bf6ec525946f" providerId="ADAL" clId="{B1A58B6C-42DB-4D55-84B3-12C146288404}" dt="2024-06-06T17:56:17.293" v="11" actId="478"/>
          <ac:picMkLst>
            <pc:docMk/>
            <pc:sldMk cId="1808595340" sldId="259"/>
            <ac:picMk id="4" creationId="{8CB22049-4C05-6ACE-E6CC-CA0733F5C638}"/>
          </ac:picMkLst>
        </pc:picChg>
        <pc:picChg chg="add mod">
          <ac:chgData name="Tanajura, Davi" userId="4ce78943-789c-439f-b413-bf6ec525946f" providerId="ADAL" clId="{B1A58B6C-42DB-4D55-84B3-12C146288404}" dt="2024-06-06T17:56:29.956" v="13" actId="1076"/>
          <ac:picMkLst>
            <pc:docMk/>
            <pc:sldMk cId="1808595340" sldId="259"/>
            <ac:picMk id="6" creationId="{8FE15355-9EBB-6A59-6A4B-AE710F286E20}"/>
          </ac:picMkLst>
        </pc:picChg>
        <pc:picChg chg="add mod">
          <ac:chgData name="Tanajura, Davi" userId="4ce78943-789c-439f-b413-bf6ec525946f" providerId="ADAL" clId="{B1A58B6C-42DB-4D55-84B3-12C146288404}" dt="2024-06-06T17:57:25.987" v="15" actId="1076"/>
          <ac:picMkLst>
            <pc:docMk/>
            <pc:sldMk cId="1808595340" sldId="259"/>
            <ac:picMk id="7" creationId="{83E51E74-2E54-39DE-6C6E-3FB384B6F2E2}"/>
          </ac:picMkLst>
        </pc:picChg>
        <pc:picChg chg="add del mod">
          <ac:chgData name="Tanajura, Davi" userId="4ce78943-789c-439f-b413-bf6ec525946f" providerId="ADAL" clId="{B1A58B6C-42DB-4D55-84B3-12C146288404}" dt="2024-06-06T18:00:46.778" v="144" actId="478"/>
          <ac:picMkLst>
            <pc:docMk/>
            <pc:sldMk cId="1808595340" sldId="259"/>
            <ac:picMk id="17" creationId="{52B3E28E-C45F-EA4A-7F2E-A3BEDBC9971C}"/>
          </ac:picMkLst>
        </pc:picChg>
        <pc:picChg chg="add del mod">
          <ac:chgData name="Tanajura, Davi" userId="4ce78943-789c-439f-b413-bf6ec525946f" providerId="ADAL" clId="{B1A58B6C-42DB-4D55-84B3-12C146288404}" dt="2024-06-06T18:15:19.231" v="202" actId="408"/>
          <ac:picMkLst>
            <pc:docMk/>
            <pc:sldMk cId="1808595340" sldId="259"/>
            <ac:picMk id="18" creationId="{FF4AE1A7-9683-B4BD-1D61-84236C86DFB6}"/>
          </ac:picMkLst>
        </pc:picChg>
        <pc:picChg chg="add mod">
          <ac:chgData name="Tanajura, Davi" userId="4ce78943-789c-439f-b413-bf6ec525946f" providerId="ADAL" clId="{B1A58B6C-42DB-4D55-84B3-12C146288404}" dt="2024-06-06T18:15:56.945" v="205" actId="1076"/>
          <ac:picMkLst>
            <pc:docMk/>
            <pc:sldMk cId="1808595340" sldId="259"/>
            <ac:picMk id="21" creationId="{BFE7B273-DED5-499F-2D24-7A0221119874}"/>
          </ac:picMkLst>
        </pc:picChg>
        <pc:picChg chg="add mod">
          <ac:chgData name="Tanajura, Davi" userId="4ce78943-789c-439f-b413-bf6ec525946f" providerId="ADAL" clId="{B1A58B6C-42DB-4D55-84B3-12C146288404}" dt="2024-06-06T18:15:19.231" v="202" actId="408"/>
          <ac:picMkLst>
            <pc:docMk/>
            <pc:sldMk cId="1808595340" sldId="259"/>
            <ac:picMk id="23" creationId="{D927E232-CB10-DF26-BEDE-628CC5A8A4C8}"/>
          </ac:picMkLst>
        </pc:picChg>
        <pc:picChg chg="add mod">
          <ac:chgData name="Tanajura, Davi" userId="4ce78943-789c-439f-b413-bf6ec525946f" providerId="ADAL" clId="{B1A58B6C-42DB-4D55-84B3-12C146288404}" dt="2024-06-06T18:15:19.231" v="202" actId="408"/>
          <ac:picMkLst>
            <pc:docMk/>
            <pc:sldMk cId="1808595340" sldId="259"/>
            <ac:picMk id="25" creationId="{086FA2AF-62FD-7FD0-600D-43FF11EE0040}"/>
          </ac:picMkLst>
        </pc:picChg>
        <pc:picChg chg="add mod">
          <ac:chgData name="Tanajura, Davi" userId="4ce78943-789c-439f-b413-bf6ec525946f" providerId="ADAL" clId="{B1A58B6C-42DB-4D55-84B3-12C146288404}" dt="2024-06-06T18:15:19.231" v="202" actId="408"/>
          <ac:picMkLst>
            <pc:docMk/>
            <pc:sldMk cId="1808595340" sldId="259"/>
            <ac:picMk id="27" creationId="{E7A32C96-7273-8D18-E781-8711D4BA986A}"/>
          </ac:picMkLst>
        </pc:picChg>
        <pc:cxnChg chg="add">
          <ac:chgData name="Tanajura, Davi" userId="4ce78943-789c-439f-b413-bf6ec525946f" providerId="ADAL" clId="{B1A58B6C-42DB-4D55-84B3-12C146288404}" dt="2024-06-06T18:00:21.641" v="140" actId="11529"/>
          <ac:cxnSpMkLst>
            <pc:docMk/>
            <pc:sldMk cId="1808595340" sldId="259"/>
            <ac:cxnSpMk id="15" creationId="{819E485C-662C-A59C-6B5C-1FF284993D1C}"/>
          </ac:cxnSpMkLst>
        </pc:cxnChg>
        <pc:cxnChg chg="add del mod">
          <ac:chgData name="Tanajura, Davi" userId="4ce78943-789c-439f-b413-bf6ec525946f" providerId="ADAL" clId="{B1A58B6C-42DB-4D55-84B3-12C146288404}" dt="2024-06-06T18:00:49.114" v="145" actId="478"/>
          <ac:cxnSpMkLst>
            <pc:docMk/>
            <pc:sldMk cId="1808595340" sldId="259"/>
            <ac:cxnSpMk id="20" creationId="{02B38F8A-BA28-1266-659C-D96479F0D778}"/>
          </ac:cxnSpMkLst>
        </pc:cxnChg>
        <pc:cxnChg chg="add mod">
          <ac:chgData name="Tanajura, Davi" userId="4ce78943-789c-439f-b413-bf6ec525946f" providerId="ADAL" clId="{B1A58B6C-42DB-4D55-84B3-12C146288404}" dt="2024-06-06T18:18:54.814" v="318" actId="14100"/>
          <ac:cxnSpMkLst>
            <pc:docMk/>
            <pc:sldMk cId="1808595340" sldId="259"/>
            <ac:cxnSpMk id="31" creationId="{1D09F380-9A6D-519B-735D-A6049591C388}"/>
          </ac:cxnSpMkLst>
        </pc:cxnChg>
        <pc:cxnChg chg="add mod">
          <ac:chgData name="Tanajura, Davi" userId="4ce78943-789c-439f-b413-bf6ec525946f" providerId="ADAL" clId="{B1A58B6C-42DB-4D55-84B3-12C146288404}" dt="2024-06-06T18:22:06.123" v="442" actId="14100"/>
          <ac:cxnSpMkLst>
            <pc:docMk/>
            <pc:sldMk cId="1808595340" sldId="259"/>
            <ac:cxnSpMk id="38" creationId="{26E8E08D-2CEA-A029-0DF4-DBC768DFBA7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DBE19-840D-78A3-F9BE-25F48A73C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90320C-5CF7-AF7F-7529-A1E15B8772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30FC3F-797F-3A80-821F-B30629164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91161E-20BD-1845-B817-B84EA14DC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C5B3E1-6C76-3765-4107-7DDBCA8B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2758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6C441-963B-7DF7-21C5-2F465D506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22900C-0434-B072-95E0-B7AD8C78A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8A3269-825B-CB30-07D6-34CD013D6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3964D1-9222-83FA-08F2-39596EEDA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F9184E-7FA0-30DD-33A9-19728321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1525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F41C6-683B-B163-F677-41D258594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64B27F-A4A7-DBFA-B843-856A551F5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3937EF-D78D-434B-9655-41DB61F0E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BAA4B8-0BD7-35C3-3C41-8C5F27A9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24D730-5B01-DAEE-502B-C8075851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1806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F3FE8-6BE2-C859-CA78-27EF81C0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73598-9A59-2E29-DDBF-09C3D3B09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83366D-92BC-6E78-D689-3FF0AC6FE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302721-74FE-352F-EC80-628F66CD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4CFCB0A-6BF2-44B6-3773-7A7096B12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610C42-88D5-E7BC-2E3E-A999055C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293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1E4646-E72E-417B-45E6-A04D88FCE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2E2AD8-64D4-59E4-4097-DA6658898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CB8EAC-DEA1-9022-835D-2E4A7F3E8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05D000-8A1D-D35E-113E-83A4EEB05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7A9243-BDDF-5806-BCE2-908556CC20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F6B4A0-AF34-7A0D-3DFC-DB0A06A9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69EF44-1EEE-BBC6-74A1-DC337F0A4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5F0C1E5-9B75-6D66-0CD5-DB7C746E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320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9CA910-1462-059E-771B-1E62BCAB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3B4D05E-FBA5-474A-47C4-1324CA8A7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C8EC26-D3F0-1ABA-8B68-3542DC41D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D3E1A2B-777C-1B13-368B-CB83F632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334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7A375E-D02B-5488-3822-EACFAA4E3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002C270-4145-692D-F4DB-DACEEB9F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18038-D10D-4E08-71A5-213AC0D3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512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48CBD-97F6-C3DB-9266-3A4F42318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916AB-FF9B-6F64-E9BC-F3DD7B166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0F299-0279-3EDB-2854-904F1E0BA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7C4A4B-D7E1-998F-15A9-E5FD300F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10D749-7B07-4799-0F42-A633642E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B136C2-8906-4490-2E7A-E0F2B33E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264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0E3451-F30B-F640-58AC-465B4E71B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ACC2AA9-B803-8EAA-FBEC-CC58C488DE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1C9375-2861-4828-0176-67099E2DB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BCCFFB-C9FE-6CB5-44C0-BCE88579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847CCC-7DEC-803D-869B-96412A38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F30FCE9-C7A8-E417-73FD-FEE0AF59B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057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D47918-4713-F0B8-9365-02BEA832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B7116D-3FA8-C9C9-D60A-3CA789500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67E8A8-1BA1-1DBA-36D3-72632764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EA83F5-5D77-89F1-2277-2C641C155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8A4CC8-75E7-97FA-C350-CA21DC65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546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C98A24-1C73-4AB8-1054-67785553B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43B3E2-5A05-2091-0765-5B234D9E0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941E841-00DA-E270-7FB2-F218EAD0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1627A1-076B-E2FC-4222-A48E166A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DC31E3-7027-D234-C6A8-C6AC0B44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834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99B8F97-049F-8C87-953E-A750DC840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D70098F-E8E0-201C-2C11-BF3860B66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1671228-C333-DF52-D59B-DA9B1993E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F89320-FA9A-43B3-B563-C6B0AABE0726}" type="datetimeFigureOut">
              <a:rPr lang="pt-BR" smtClean="0"/>
              <a:t>06/06/2024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8CAF83-FD8B-65A7-9D90-6E619A559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D5B6AF7-7870-8937-3A86-E742A0EA48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D8E8E4-221D-41D4-844E-51DD5C56AA6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6164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23">
            <a:extLst>
              <a:ext uri="{FF2B5EF4-FFF2-40B4-BE49-F238E27FC236}">
                <a16:creationId xmlns:a16="http://schemas.microsoft.com/office/drawing/2014/main" id="{F670B6D7-C7A8-4C34-2500-6B10A9F66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967" y="160756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3C594946-661D-64FD-649C-31EADFC65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255" y="2371149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EDE78E27-1788-672B-790F-EA2716897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8734" y="2238757"/>
            <a:ext cx="84034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Stream</a:t>
            </a:r>
          </a:p>
        </p:txBody>
      </p:sp>
      <p:pic>
        <p:nvPicPr>
          <p:cNvPr id="7" name="Graphic 27">
            <a:extLst>
              <a:ext uri="{FF2B5EF4-FFF2-40B4-BE49-F238E27FC236}">
                <a16:creationId xmlns:a16="http://schemas.microsoft.com/office/drawing/2014/main" id="{60FBF225-0B77-AEC3-D2CB-D4EEF15C4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120305" y="178314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971DEA4-5EAF-6E64-3A95-71FE07FF2BAC}"/>
              </a:ext>
            </a:extLst>
          </p:cNvPr>
          <p:cNvSpPr/>
          <p:nvPr/>
        </p:nvSpPr>
        <p:spPr>
          <a:xfrm>
            <a:off x="2706255" y="1911927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extBox 26">
            <a:extLst>
              <a:ext uri="{FF2B5EF4-FFF2-40B4-BE49-F238E27FC236}">
                <a16:creationId xmlns:a16="http://schemas.microsoft.com/office/drawing/2014/main" id="{3B0CFC90-868C-C6CB-AB99-061E6EB96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6138" y="2240344"/>
            <a:ext cx="14938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Lambda function</a:t>
            </a:r>
          </a:p>
        </p:txBody>
      </p:sp>
      <p:pic>
        <p:nvPicPr>
          <p:cNvPr id="10" name="Graphic 75">
            <a:extLst>
              <a:ext uri="{FF2B5EF4-FFF2-40B4-BE49-F238E27FC236}">
                <a16:creationId xmlns:a16="http://schemas.microsoft.com/office/drawing/2014/main" id="{863312E3-2713-82ED-8B8F-6F6B6EBEC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0413" y="178314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16EC7B2-6366-EE68-3D45-F26DED379997}"/>
              </a:ext>
            </a:extLst>
          </p:cNvPr>
          <p:cNvSpPr/>
          <p:nvPr/>
        </p:nvSpPr>
        <p:spPr>
          <a:xfrm>
            <a:off x="3778050" y="1901575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607BAD1C-F258-794B-5407-3667C736A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1888" y="2217261"/>
            <a:ext cx="12906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Bucket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DC88309D-CEB4-7506-AA70-4C52B05F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4263" y="175053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8CDBA530-1900-3446-A92C-0A1A80474F17}"/>
              </a:ext>
            </a:extLst>
          </p:cNvPr>
          <p:cNvSpPr/>
          <p:nvPr/>
        </p:nvSpPr>
        <p:spPr>
          <a:xfrm>
            <a:off x="5056718" y="1882230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A1ECDC5-2EC6-16B0-E44F-1C1F7B3C21FF}"/>
              </a:ext>
            </a:extLst>
          </p:cNvPr>
          <p:cNvSpPr txBox="1"/>
          <p:nvPr/>
        </p:nvSpPr>
        <p:spPr>
          <a:xfrm>
            <a:off x="4858756" y="1556979"/>
            <a:ext cx="700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Parquet</a:t>
            </a:r>
          </a:p>
        </p:txBody>
      </p:sp>
      <p:pic>
        <p:nvPicPr>
          <p:cNvPr id="19" name="Graphic 7">
            <a:extLst>
              <a:ext uri="{FF2B5EF4-FFF2-40B4-BE49-F238E27FC236}">
                <a16:creationId xmlns:a16="http://schemas.microsoft.com/office/drawing/2014/main" id="{B5BDD31F-6BD2-A3AC-0BD4-B059BCCE9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3443" y="2579113"/>
            <a:ext cx="711200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1">
            <a:extLst>
              <a:ext uri="{FF2B5EF4-FFF2-40B4-BE49-F238E27FC236}">
                <a16:creationId xmlns:a16="http://schemas.microsoft.com/office/drawing/2014/main" id="{D16DDAFC-7BDD-A10E-FDC5-2AB88D05C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4981" y="3290313"/>
            <a:ext cx="15065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AWS Lambda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30A79B73-F1F3-9E4A-0C0A-CDE2BD593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6777" y="1450018"/>
            <a:ext cx="8403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Stream</a:t>
            </a:r>
          </a:p>
        </p:txBody>
      </p:sp>
      <p:pic>
        <p:nvPicPr>
          <p:cNvPr id="22" name="Graphic 14">
            <a:extLst>
              <a:ext uri="{FF2B5EF4-FFF2-40B4-BE49-F238E27FC236}">
                <a16:creationId xmlns:a16="http://schemas.microsoft.com/office/drawing/2014/main" id="{F856A9AB-5F7B-70FA-5457-5BB552BFE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924" y="534838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17">
            <a:extLst>
              <a:ext uri="{FF2B5EF4-FFF2-40B4-BE49-F238E27FC236}">
                <a16:creationId xmlns:a16="http://schemas.microsoft.com/office/drawing/2014/main" id="{A9C3F84F-42F5-2F0B-D485-F1C3D8F6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418" y="1296838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Athena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B5567152-70C2-083A-4188-F0B7B06E8033}"/>
              </a:ext>
            </a:extLst>
          </p:cNvPr>
          <p:cNvSpPr/>
          <p:nvPr/>
        </p:nvSpPr>
        <p:spPr>
          <a:xfrm rot="8658285">
            <a:off x="6410126" y="1476757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B7CC700-DE53-3C60-C722-3FE5C858D286}"/>
              </a:ext>
            </a:extLst>
          </p:cNvPr>
          <p:cNvSpPr txBox="1"/>
          <p:nvPr/>
        </p:nvSpPr>
        <p:spPr>
          <a:xfrm>
            <a:off x="5982340" y="1177181"/>
            <a:ext cx="926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Queries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57502E8-413B-C879-0FF0-2DE63CDF9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46" y="2206050"/>
            <a:ext cx="103293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Item</a:t>
            </a:r>
          </a:p>
        </p:txBody>
      </p:sp>
      <p:pic>
        <p:nvPicPr>
          <p:cNvPr id="27" name="Graphic 14">
            <a:extLst>
              <a:ext uri="{FF2B5EF4-FFF2-40B4-BE49-F238E27FC236}">
                <a16:creationId xmlns:a16="http://schemas.microsoft.com/office/drawing/2014/main" id="{4E52636B-E6BD-ECA1-D704-42B2D463A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30" y="1759962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FE9CBEC6-F02B-2AFD-5A40-5277BD1A68F5}"/>
              </a:ext>
            </a:extLst>
          </p:cNvPr>
          <p:cNvSpPr/>
          <p:nvPr/>
        </p:nvSpPr>
        <p:spPr>
          <a:xfrm>
            <a:off x="1338675" y="1875905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Texto Explicativo: Seta para Baixo 29">
            <a:extLst>
              <a:ext uri="{FF2B5EF4-FFF2-40B4-BE49-F238E27FC236}">
                <a16:creationId xmlns:a16="http://schemas.microsoft.com/office/drawing/2014/main" id="{8496EC3E-6F80-9CEB-621E-6CA8DF8C1E57}"/>
              </a:ext>
            </a:extLst>
          </p:cNvPr>
          <p:cNvSpPr/>
          <p:nvPr/>
        </p:nvSpPr>
        <p:spPr>
          <a:xfrm>
            <a:off x="3930450" y="370936"/>
            <a:ext cx="1284478" cy="1234295"/>
          </a:xfrm>
          <a:prstGeom prst="downArrowCallout">
            <a:avLst>
              <a:gd name="adj1" fmla="val 9340"/>
              <a:gd name="adj2" fmla="val 11465"/>
              <a:gd name="adj3" fmla="val 11352"/>
              <a:gd name="adj4" fmla="val 7895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Filtrar,</a:t>
            </a:r>
          </a:p>
          <a:p>
            <a:pPr algn="ctr"/>
            <a:r>
              <a:rPr lang="pt-BR" sz="1200" dirty="0"/>
              <a:t>Transformar,</a:t>
            </a:r>
          </a:p>
          <a:p>
            <a:pPr algn="ctr"/>
            <a:r>
              <a:rPr lang="pt-BR" sz="1200" dirty="0"/>
              <a:t>Converter em Parquet</a:t>
            </a:r>
            <a:endParaRPr lang="pt-BR" sz="1600" dirty="0"/>
          </a:p>
        </p:txBody>
      </p:sp>
      <p:pic>
        <p:nvPicPr>
          <p:cNvPr id="31" name="Graphic 21">
            <a:extLst>
              <a:ext uri="{FF2B5EF4-FFF2-40B4-BE49-F238E27FC236}">
                <a16:creationId xmlns:a16="http://schemas.microsoft.com/office/drawing/2014/main" id="{3788CE04-C1FB-29A7-5D97-44D9DC89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6492" y="553696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2">
            <a:extLst>
              <a:ext uri="{FF2B5EF4-FFF2-40B4-BE49-F238E27FC236}">
                <a16:creationId xmlns:a16="http://schemas.microsoft.com/office/drawing/2014/main" id="{FE81984C-7A5A-23E7-7648-70244EB91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7192" y="1317283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1B656BD6-2FA8-A5C9-FA83-FE4CE115D123}"/>
              </a:ext>
            </a:extLst>
          </p:cNvPr>
          <p:cNvSpPr/>
          <p:nvPr/>
        </p:nvSpPr>
        <p:spPr>
          <a:xfrm rot="10800000">
            <a:off x="8269550" y="848699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928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23">
            <a:extLst>
              <a:ext uri="{FF2B5EF4-FFF2-40B4-BE49-F238E27FC236}">
                <a16:creationId xmlns:a16="http://schemas.microsoft.com/office/drawing/2014/main" id="{F670B6D7-C7A8-4C34-2500-6B10A9F66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0184" y="157039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12">
            <a:extLst>
              <a:ext uri="{FF2B5EF4-FFF2-40B4-BE49-F238E27FC236}">
                <a16:creationId xmlns:a16="http://schemas.microsoft.com/office/drawing/2014/main" id="{3C594946-661D-64FD-649C-31EADFC65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757" y="2326420"/>
            <a:ext cx="13383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DynamoDB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4971DEA4-5EAF-6E64-3A95-71FE07FF2BAC}"/>
              </a:ext>
            </a:extLst>
          </p:cNvPr>
          <p:cNvSpPr/>
          <p:nvPr/>
        </p:nvSpPr>
        <p:spPr>
          <a:xfrm>
            <a:off x="2950611" y="1820589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16EC7B2-6366-EE68-3D45-F26DED379997}"/>
              </a:ext>
            </a:extLst>
          </p:cNvPr>
          <p:cNvSpPr/>
          <p:nvPr/>
        </p:nvSpPr>
        <p:spPr>
          <a:xfrm>
            <a:off x="4494265" y="1820589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607BAD1C-F258-794B-5407-3667C736A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8770" y="2198918"/>
            <a:ext cx="129063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Bucket</a:t>
            </a:r>
          </a:p>
        </p:txBody>
      </p:sp>
      <p:pic>
        <p:nvPicPr>
          <p:cNvPr id="13" name="Graphic 31">
            <a:extLst>
              <a:ext uri="{FF2B5EF4-FFF2-40B4-BE49-F238E27FC236}">
                <a16:creationId xmlns:a16="http://schemas.microsoft.com/office/drawing/2014/main" id="{DC88309D-CEB4-7506-AA70-4C52B05F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145" y="172279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Seta: para a Direita 15">
            <a:extLst>
              <a:ext uri="{FF2B5EF4-FFF2-40B4-BE49-F238E27FC236}">
                <a16:creationId xmlns:a16="http://schemas.microsoft.com/office/drawing/2014/main" id="{8CDBA530-1900-3446-A92C-0A1A80474F17}"/>
              </a:ext>
            </a:extLst>
          </p:cNvPr>
          <p:cNvSpPr/>
          <p:nvPr/>
        </p:nvSpPr>
        <p:spPr>
          <a:xfrm>
            <a:off x="6037919" y="1820589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A1ECDC5-2EC6-16B0-E44F-1C1F7B3C21FF}"/>
              </a:ext>
            </a:extLst>
          </p:cNvPr>
          <p:cNvSpPr txBox="1"/>
          <p:nvPr/>
        </p:nvSpPr>
        <p:spPr>
          <a:xfrm>
            <a:off x="5745638" y="1538636"/>
            <a:ext cx="7007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Parquet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30A79B73-F1F3-9E4A-0C0A-CDE2BD593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5417" y="1372412"/>
            <a:ext cx="84034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</a:t>
            </a:r>
          </a:p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Stream</a:t>
            </a:r>
          </a:p>
        </p:txBody>
      </p:sp>
      <p:pic>
        <p:nvPicPr>
          <p:cNvPr id="22" name="Graphic 14">
            <a:extLst>
              <a:ext uri="{FF2B5EF4-FFF2-40B4-BE49-F238E27FC236}">
                <a16:creationId xmlns:a16="http://schemas.microsoft.com/office/drawing/2014/main" id="{F856A9AB-5F7B-70FA-5457-5BB552BFE4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657" y="547759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TextBox 17">
            <a:extLst>
              <a:ext uri="{FF2B5EF4-FFF2-40B4-BE49-F238E27FC236}">
                <a16:creationId xmlns:a16="http://schemas.microsoft.com/office/drawing/2014/main" id="{A9C3F84F-42F5-2F0B-D485-F1C3D8F64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151" y="1309759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Athena</a:t>
            </a:r>
          </a:p>
        </p:txBody>
      </p:sp>
      <p:sp>
        <p:nvSpPr>
          <p:cNvPr id="24" name="Seta: para a Direita 23">
            <a:extLst>
              <a:ext uri="{FF2B5EF4-FFF2-40B4-BE49-F238E27FC236}">
                <a16:creationId xmlns:a16="http://schemas.microsoft.com/office/drawing/2014/main" id="{B5567152-70C2-083A-4188-F0B7B06E8033}"/>
              </a:ext>
            </a:extLst>
          </p:cNvPr>
          <p:cNvSpPr/>
          <p:nvPr/>
        </p:nvSpPr>
        <p:spPr>
          <a:xfrm rot="8658285">
            <a:off x="7374859" y="1489678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B7CC700-DE53-3C60-C722-3FE5C858D286}"/>
              </a:ext>
            </a:extLst>
          </p:cNvPr>
          <p:cNvSpPr txBox="1"/>
          <p:nvPr/>
        </p:nvSpPr>
        <p:spPr>
          <a:xfrm>
            <a:off x="6947073" y="1190102"/>
            <a:ext cx="9261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Queries</a:t>
            </a:r>
          </a:p>
        </p:txBody>
      </p:sp>
      <p:sp>
        <p:nvSpPr>
          <p:cNvPr id="26" name="TextBox 17">
            <a:extLst>
              <a:ext uri="{FF2B5EF4-FFF2-40B4-BE49-F238E27FC236}">
                <a16:creationId xmlns:a16="http://schemas.microsoft.com/office/drawing/2014/main" id="{A57502E8-413B-C879-0FF0-2DE63CDF9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546" y="2206050"/>
            <a:ext cx="1032933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Item</a:t>
            </a:r>
          </a:p>
        </p:txBody>
      </p:sp>
      <p:pic>
        <p:nvPicPr>
          <p:cNvPr id="27" name="Graphic 14">
            <a:extLst>
              <a:ext uri="{FF2B5EF4-FFF2-40B4-BE49-F238E27FC236}">
                <a16:creationId xmlns:a16="http://schemas.microsoft.com/office/drawing/2014/main" id="{4E52636B-E6BD-ECA1-D704-42B2D463A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330" y="1722794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Seta: para a Direita 27">
            <a:extLst>
              <a:ext uri="{FF2B5EF4-FFF2-40B4-BE49-F238E27FC236}">
                <a16:creationId xmlns:a16="http://schemas.microsoft.com/office/drawing/2014/main" id="{FE9CBEC6-F02B-2AFD-5A40-5277BD1A68F5}"/>
              </a:ext>
            </a:extLst>
          </p:cNvPr>
          <p:cNvSpPr/>
          <p:nvPr/>
        </p:nvSpPr>
        <p:spPr>
          <a:xfrm>
            <a:off x="1406957" y="1820589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Texto Explicativo: Seta para Baixo 29">
            <a:extLst>
              <a:ext uri="{FF2B5EF4-FFF2-40B4-BE49-F238E27FC236}">
                <a16:creationId xmlns:a16="http://schemas.microsoft.com/office/drawing/2014/main" id="{8496EC3E-6F80-9CEB-621E-6CA8DF8C1E57}"/>
              </a:ext>
            </a:extLst>
          </p:cNvPr>
          <p:cNvSpPr/>
          <p:nvPr/>
        </p:nvSpPr>
        <p:spPr>
          <a:xfrm>
            <a:off x="4771257" y="147310"/>
            <a:ext cx="1284478" cy="1234295"/>
          </a:xfrm>
          <a:prstGeom prst="downArrowCallout">
            <a:avLst>
              <a:gd name="adj1" fmla="val 9340"/>
              <a:gd name="adj2" fmla="val 11465"/>
              <a:gd name="adj3" fmla="val 11352"/>
              <a:gd name="adj4" fmla="val 7895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/>
              <a:t>Filtrar,</a:t>
            </a:r>
          </a:p>
          <a:p>
            <a:pPr algn="ctr"/>
            <a:r>
              <a:rPr lang="pt-BR" sz="1200" dirty="0"/>
              <a:t>Transformar,</a:t>
            </a:r>
          </a:p>
          <a:p>
            <a:pPr algn="ctr"/>
            <a:r>
              <a:rPr lang="pt-BR" sz="1200" dirty="0"/>
              <a:t>Converter em Parquet</a:t>
            </a:r>
            <a:endParaRPr lang="pt-BR" sz="1600" dirty="0"/>
          </a:p>
        </p:txBody>
      </p:sp>
      <p:pic>
        <p:nvPicPr>
          <p:cNvPr id="31" name="Graphic 21">
            <a:extLst>
              <a:ext uri="{FF2B5EF4-FFF2-40B4-BE49-F238E27FC236}">
                <a16:creationId xmlns:a16="http://schemas.microsoft.com/office/drawing/2014/main" id="{3788CE04-C1FB-29A7-5D97-44D9DC89C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225" y="566617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Box 12">
            <a:extLst>
              <a:ext uri="{FF2B5EF4-FFF2-40B4-BE49-F238E27FC236}">
                <a16:creationId xmlns:a16="http://schemas.microsoft.com/office/drawing/2014/main" id="{FE81984C-7A5A-23E7-7648-70244EB917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1925" y="1330204"/>
            <a:ext cx="22796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Dashboard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1B656BD6-2FA8-A5C9-FA83-FE4CE115D123}"/>
              </a:ext>
            </a:extLst>
          </p:cNvPr>
          <p:cNvSpPr/>
          <p:nvPr/>
        </p:nvSpPr>
        <p:spPr>
          <a:xfrm rot="10800000">
            <a:off x="9234283" y="861620"/>
            <a:ext cx="304800" cy="2616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Graphic 12" descr="Amazon Kinesis Data Firehose service icon.">
            <a:extLst>
              <a:ext uri="{FF2B5EF4-FFF2-40B4-BE49-F238E27FC236}">
                <a16:creationId xmlns:a16="http://schemas.microsoft.com/office/drawing/2014/main" id="{D2E90BC6-1C39-010C-75FE-FA9B68A4B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 bwMode="auto">
          <a:xfrm>
            <a:off x="5032496" y="157039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9">
            <a:extLst>
              <a:ext uri="{FF2B5EF4-FFF2-40B4-BE49-F238E27FC236}">
                <a16:creationId xmlns:a16="http://schemas.microsoft.com/office/drawing/2014/main" id="{D35C0032-4BB1-2888-A413-A134ECE7EE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7341" y="2326420"/>
            <a:ext cx="153231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Kinesis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Firehose</a:t>
            </a:r>
          </a:p>
        </p:txBody>
      </p:sp>
      <p:pic>
        <p:nvPicPr>
          <p:cNvPr id="14" name="Graphic 6" descr="AWS Glue service icon.">
            <a:extLst>
              <a:ext uri="{FF2B5EF4-FFF2-40B4-BE49-F238E27FC236}">
                <a16:creationId xmlns:a16="http://schemas.microsoft.com/office/drawing/2014/main" id="{56178CBE-5FFB-6052-4AE6-3887E8E9B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5032496" y="4601122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D2077509-2F91-5711-4692-165C69C2F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087" y="5358416"/>
            <a:ext cx="1270819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Glue</a:t>
            </a:r>
          </a:p>
        </p:txBody>
      </p:sp>
      <p:pic>
        <p:nvPicPr>
          <p:cNvPr id="17" name="Graphic 55" descr="AWS Glue Data Catalog resource icon for the AWS Glue service.">
            <a:extLst>
              <a:ext uri="{FF2B5EF4-FFF2-40B4-BE49-F238E27FC236}">
                <a16:creationId xmlns:a16="http://schemas.microsoft.com/office/drawing/2014/main" id="{01B5DAEA-0884-0312-AD66-8522FB3BB04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84896" y="3494736"/>
            <a:ext cx="457200" cy="457200"/>
          </a:xfrm>
          <a:prstGeom prst="rect">
            <a:avLst/>
          </a:prstGeom>
        </p:spPr>
      </p:pic>
      <p:sp>
        <p:nvSpPr>
          <p:cNvPr id="29" name="TextBox 24">
            <a:extLst>
              <a:ext uri="{FF2B5EF4-FFF2-40B4-BE49-F238E27FC236}">
                <a16:creationId xmlns:a16="http://schemas.microsoft.com/office/drawing/2014/main" id="{38D4C657-425F-9CEB-158B-014193AC4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939" y="4010430"/>
            <a:ext cx="10751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AWS Glue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Catalog</a:t>
            </a:r>
          </a:p>
        </p:txBody>
      </p:sp>
      <p:pic>
        <p:nvPicPr>
          <p:cNvPr id="36" name="Graphic 9" descr="Amazon Kinesis Data Streams service icon.">
            <a:extLst>
              <a:ext uri="{FF2B5EF4-FFF2-40B4-BE49-F238E27FC236}">
                <a16:creationId xmlns:a16="http://schemas.microsoft.com/office/drawing/2014/main" id="{59C5AD64-4A32-4852-3B0B-303FA7CDC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 bwMode="auto">
          <a:xfrm>
            <a:off x="3493838" y="157039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TextBox 17">
            <a:extLst>
              <a:ext uri="{FF2B5EF4-FFF2-40B4-BE49-F238E27FC236}">
                <a16:creationId xmlns:a16="http://schemas.microsoft.com/office/drawing/2014/main" id="{23CEFCA8-C941-7B13-AAC3-3494B67BF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783" y="2326420"/>
            <a:ext cx="13205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Kinesis</a:t>
            </a:r>
            <a:b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Data Streams</a:t>
            </a:r>
          </a:p>
        </p:txBody>
      </p:sp>
      <p:sp>
        <p:nvSpPr>
          <p:cNvPr id="39" name="Seta: de Cima para Baixo 38">
            <a:extLst>
              <a:ext uri="{FF2B5EF4-FFF2-40B4-BE49-F238E27FC236}">
                <a16:creationId xmlns:a16="http://schemas.microsoft.com/office/drawing/2014/main" id="{20310712-28D0-0A37-5234-8A34CC75FFB5}"/>
              </a:ext>
            </a:extLst>
          </p:cNvPr>
          <p:cNvSpPr/>
          <p:nvPr/>
        </p:nvSpPr>
        <p:spPr>
          <a:xfrm>
            <a:off x="5270938" y="2853784"/>
            <a:ext cx="285117" cy="53961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457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16D6913B-0263-C0F9-2D12-8E73CF297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702" y="1807323"/>
            <a:ext cx="10016596" cy="32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988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7">
            <a:extLst>
              <a:ext uri="{FF2B5EF4-FFF2-40B4-BE49-F238E27FC236}">
                <a16:creationId xmlns:a16="http://schemas.microsoft.com/office/drawing/2014/main" id="{386388BB-5EB1-A1C2-8958-9663632F6724}"/>
              </a:ext>
            </a:extLst>
          </p:cNvPr>
          <p:cNvSpPr/>
          <p:nvPr/>
        </p:nvSpPr>
        <p:spPr>
          <a:xfrm>
            <a:off x="4663131" y="783853"/>
            <a:ext cx="2442344" cy="1481175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eec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aws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eits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nike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sre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-management-dev</a:t>
            </a:r>
          </a:p>
        </p:txBody>
      </p:sp>
      <p:pic>
        <p:nvPicPr>
          <p:cNvPr id="6" name="Graphic 4">
            <a:extLst>
              <a:ext uri="{FF2B5EF4-FFF2-40B4-BE49-F238E27FC236}">
                <a16:creationId xmlns:a16="http://schemas.microsoft.com/office/drawing/2014/main" id="{8FE15355-9EBB-6A59-6A4B-AE710F286E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0114" y="780995"/>
            <a:ext cx="381000" cy="381000"/>
          </a:xfrm>
          <a:prstGeom prst="rect">
            <a:avLst/>
          </a:prstGeom>
        </p:spPr>
      </p:pic>
      <p:pic>
        <p:nvPicPr>
          <p:cNvPr id="7" name="Graphic 60">
            <a:extLst>
              <a:ext uri="{FF2B5EF4-FFF2-40B4-BE49-F238E27FC236}">
                <a16:creationId xmlns:a16="http://schemas.microsoft.com/office/drawing/2014/main" id="{83E51E74-2E54-39DE-6C6E-3FB384B6F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612" y="13874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16">
            <a:extLst>
              <a:ext uri="{FF2B5EF4-FFF2-40B4-BE49-F238E27FC236}">
                <a16:creationId xmlns:a16="http://schemas.microsoft.com/office/drawing/2014/main" id="{F9ACAF63-769B-58FD-15A0-BBFE05A93D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9422" y="1842415"/>
            <a:ext cx="11155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Servidor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Observabilidade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5751FACD-B6BE-7E49-654A-E5054395B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147" y="780995"/>
            <a:ext cx="1988191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Configurar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: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AWS Backup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Acesso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via SSM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Atualizações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no Ansible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Instalar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: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Prometheus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Grafana</a:t>
            </a:r>
          </a:p>
        </p:txBody>
      </p:sp>
      <p:sp>
        <p:nvSpPr>
          <p:cNvPr id="13" name="Chave Esquerda 12">
            <a:extLst>
              <a:ext uri="{FF2B5EF4-FFF2-40B4-BE49-F238E27FC236}">
                <a16:creationId xmlns:a16="http://schemas.microsoft.com/office/drawing/2014/main" id="{60B8FCB6-C6D6-773C-1584-8ACB60ABD5AE}"/>
              </a:ext>
            </a:extLst>
          </p:cNvPr>
          <p:cNvSpPr/>
          <p:nvPr/>
        </p:nvSpPr>
        <p:spPr>
          <a:xfrm>
            <a:off x="7440666" y="662730"/>
            <a:ext cx="218482" cy="160229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819E485C-662C-A59C-6B5C-1FF284993D1C}"/>
              </a:ext>
            </a:extLst>
          </p:cNvPr>
          <p:cNvCxnSpPr>
            <a:endCxn id="13" idx="1"/>
          </p:cNvCxnSpPr>
          <p:nvPr/>
        </p:nvCxnSpPr>
        <p:spPr>
          <a:xfrm flipV="1">
            <a:off x="6096000" y="1463879"/>
            <a:ext cx="1344666" cy="1384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47">
            <a:extLst>
              <a:ext uri="{FF2B5EF4-FFF2-40B4-BE49-F238E27FC236}">
                <a16:creationId xmlns:a16="http://schemas.microsoft.com/office/drawing/2014/main" id="{98EBFD6D-9230-DFAB-4961-5D1D87D60B2E}"/>
              </a:ext>
            </a:extLst>
          </p:cNvPr>
          <p:cNvSpPr/>
          <p:nvPr/>
        </p:nvSpPr>
        <p:spPr>
          <a:xfrm>
            <a:off x="1882578" y="3503285"/>
            <a:ext cx="3043667" cy="2436121"/>
          </a:xfrm>
          <a:prstGeom prst="rect">
            <a:avLst/>
          </a:prstGeom>
          <a:noFill/>
          <a:ln w="12700">
            <a:solidFill>
              <a:srgbClr val="CD22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</a:t>
            </a:r>
            <a:r>
              <a:rPr lang="en-US" sz="1200" dirty="0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CD226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alvo</a:t>
            </a:r>
            <a:endParaRPr lang="en-US" sz="1200" dirty="0">
              <a:solidFill>
                <a:srgbClr val="CD226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Graphic 4">
            <a:extLst>
              <a:ext uri="{FF2B5EF4-FFF2-40B4-BE49-F238E27FC236}">
                <a16:creationId xmlns:a16="http://schemas.microsoft.com/office/drawing/2014/main" id="{52B3E28E-C45F-EA4A-7F2E-A3BEDBC99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9562" y="3500427"/>
            <a:ext cx="381000" cy="381000"/>
          </a:xfrm>
          <a:prstGeom prst="rect">
            <a:avLst/>
          </a:prstGeom>
        </p:spPr>
      </p:pic>
      <p:pic>
        <p:nvPicPr>
          <p:cNvPr id="18" name="Graphic 60">
            <a:extLst>
              <a:ext uri="{FF2B5EF4-FFF2-40B4-BE49-F238E27FC236}">
                <a16:creationId xmlns:a16="http://schemas.microsoft.com/office/drawing/2014/main" id="{FF4AE1A7-9683-B4BD-1D61-84236C86D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752" y="511013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6">
            <a:extLst>
              <a:ext uri="{FF2B5EF4-FFF2-40B4-BE49-F238E27FC236}">
                <a16:creationId xmlns:a16="http://schemas.microsoft.com/office/drawing/2014/main" id="{52596171-27D0-587A-5C2B-E4C310D24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9562" y="5565058"/>
            <a:ext cx="11155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Instance</a:t>
            </a:r>
          </a:p>
        </p:txBody>
      </p:sp>
      <p:pic>
        <p:nvPicPr>
          <p:cNvPr id="21" name="Graphic 22">
            <a:extLst>
              <a:ext uri="{FF2B5EF4-FFF2-40B4-BE49-F238E27FC236}">
                <a16:creationId xmlns:a16="http://schemas.microsoft.com/office/drawing/2014/main" id="{BFE7B273-DED5-499F-2D24-7A0221119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268" y="4064244"/>
            <a:ext cx="762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7">
            <a:extLst>
              <a:ext uri="{FF2B5EF4-FFF2-40B4-BE49-F238E27FC236}">
                <a16:creationId xmlns:a16="http://schemas.microsoft.com/office/drawing/2014/main" id="{643598E4-4E83-0E49-7E14-2E7672B02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206" y="4826244"/>
            <a:ext cx="229235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2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EMR</a:t>
            </a:r>
          </a:p>
        </p:txBody>
      </p:sp>
      <p:pic>
        <p:nvPicPr>
          <p:cNvPr id="23" name="Graphic 60">
            <a:extLst>
              <a:ext uri="{FF2B5EF4-FFF2-40B4-BE49-F238E27FC236}">
                <a16:creationId xmlns:a16="http://schemas.microsoft.com/office/drawing/2014/main" id="{D927E232-CB10-DF26-BEDE-628CC5A8A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5258" y="511013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AE6ECCA7-E31B-8FD7-924A-EC3D8D266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0068" y="5565058"/>
            <a:ext cx="11155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Instance</a:t>
            </a:r>
          </a:p>
        </p:txBody>
      </p:sp>
      <p:pic>
        <p:nvPicPr>
          <p:cNvPr id="25" name="Graphic 60">
            <a:extLst>
              <a:ext uri="{FF2B5EF4-FFF2-40B4-BE49-F238E27FC236}">
                <a16:creationId xmlns:a16="http://schemas.microsoft.com/office/drawing/2014/main" id="{086FA2AF-62FD-7FD0-600D-43FF11EE0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764" y="511013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16">
            <a:extLst>
              <a:ext uri="{FF2B5EF4-FFF2-40B4-BE49-F238E27FC236}">
                <a16:creationId xmlns:a16="http://schemas.microsoft.com/office/drawing/2014/main" id="{BE4B2C30-9CDB-6A1D-0770-059662F02F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0574" y="5565058"/>
            <a:ext cx="11155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Instance</a:t>
            </a:r>
          </a:p>
        </p:txBody>
      </p:sp>
      <p:pic>
        <p:nvPicPr>
          <p:cNvPr id="27" name="Graphic 60">
            <a:extLst>
              <a:ext uri="{FF2B5EF4-FFF2-40B4-BE49-F238E27FC236}">
                <a16:creationId xmlns:a16="http://schemas.microsoft.com/office/drawing/2014/main" id="{E7A32C96-7273-8D18-E781-8711D4BA9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6270" y="5110139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TextBox 16">
            <a:extLst>
              <a:ext uri="{FF2B5EF4-FFF2-40B4-BE49-F238E27FC236}">
                <a16:creationId xmlns:a16="http://schemas.microsoft.com/office/drawing/2014/main" id="{12E9D7CA-1B3B-1F2E-11CC-EF0E28B0D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1080" y="5565058"/>
            <a:ext cx="111556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Instance</a:t>
            </a:r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B5A56A1A-D7BA-B6E5-FD3B-C9324FA14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706" y="4180327"/>
            <a:ext cx="1988191" cy="19543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Configurar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: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Acesso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via SSM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Atualizações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no Ansible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Instalar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: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Node Exporter</a:t>
            </a:r>
            <a:b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</a:b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Cliente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Cloud Watch</a:t>
            </a:r>
          </a:p>
          <a:p>
            <a:pPr eaLnBrk="1" hangingPunct="1"/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Verificar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/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-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Processo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criação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de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novos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nodes no cluster</a:t>
            </a:r>
          </a:p>
        </p:txBody>
      </p:sp>
      <p:sp>
        <p:nvSpPr>
          <p:cNvPr id="30" name="Chave Esquerda 29">
            <a:extLst>
              <a:ext uri="{FF2B5EF4-FFF2-40B4-BE49-F238E27FC236}">
                <a16:creationId xmlns:a16="http://schemas.microsoft.com/office/drawing/2014/main" id="{A46AFEEB-24C3-66E5-E9F8-63D3F9CCC1D7}"/>
              </a:ext>
            </a:extLst>
          </p:cNvPr>
          <p:cNvSpPr/>
          <p:nvPr/>
        </p:nvSpPr>
        <p:spPr>
          <a:xfrm>
            <a:off x="5877519" y="4240889"/>
            <a:ext cx="218482" cy="183325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D09F380-9A6D-519B-735D-A6049591C388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4532853" y="5157518"/>
            <a:ext cx="1344666" cy="1566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289A439B-159D-9EF3-11DD-9A78EF358114}"/>
              </a:ext>
            </a:extLst>
          </p:cNvPr>
          <p:cNvSpPr/>
          <p:nvPr/>
        </p:nvSpPr>
        <p:spPr>
          <a:xfrm rot="17823358">
            <a:off x="3231430" y="3612208"/>
            <a:ext cx="3043667" cy="156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TextBox 16">
            <a:extLst>
              <a:ext uri="{FF2B5EF4-FFF2-40B4-BE49-F238E27FC236}">
                <a16:creationId xmlns:a16="http://schemas.microsoft.com/office/drawing/2014/main" id="{C789E16D-2C3F-3F42-6DF4-EF292E02C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0195" y="2758646"/>
            <a:ext cx="11155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Métricas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dos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servidores</a:t>
            </a:r>
            <a:endParaRPr lang="en-US" altLang="en-US" sz="1100" dirty="0">
              <a:latin typeface="Arial" panose="020B0604020202020204" pitchFamily="34" charset="0"/>
              <a:ea typeface="Amazon Ember" panose="020B0603020204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8EF6E3E6-27F5-27A8-A2CC-69A01AAB3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9164" y="2608584"/>
            <a:ext cx="1988191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r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Avaliar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se é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necessário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um assume-role para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acesso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dessas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métricas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100" dirty="0" err="1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pelo</a:t>
            </a:r>
            <a:r>
              <a:rPr lang="en-US" altLang="en-US" sz="1100" dirty="0"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 Prometheus</a:t>
            </a:r>
          </a:p>
        </p:txBody>
      </p:sp>
      <p:sp>
        <p:nvSpPr>
          <p:cNvPr id="37" name="Chave Esquerda 36">
            <a:extLst>
              <a:ext uri="{FF2B5EF4-FFF2-40B4-BE49-F238E27FC236}">
                <a16:creationId xmlns:a16="http://schemas.microsoft.com/office/drawing/2014/main" id="{6E1E92A1-3A98-A1FD-3B0E-526107A6A15E}"/>
              </a:ext>
            </a:extLst>
          </p:cNvPr>
          <p:cNvSpPr/>
          <p:nvPr/>
        </p:nvSpPr>
        <p:spPr>
          <a:xfrm>
            <a:off x="5649018" y="2598670"/>
            <a:ext cx="218482" cy="78927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26E8E08D-2CEA-A029-0DF4-DBC768DFBA7E}"/>
              </a:ext>
            </a:extLst>
          </p:cNvPr>
          <p:cNvCxnSpPr>
            <a:cxnSpLocks/>
            <a:endCxn id="37" idx="1"/>
          </p:cNvCxnSpPr>
          <p:nvPr/>
        </p:nvCxnSpPr>
        <p:spPr>
          <a:xfrm>
            <a:off x="5275873" y="2974089"/>
            <a:ext cx="373145" cy="192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85953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147</Words>
  <Application>Microsoft Office PowerPoint</Application>
  <PresentationFormat>Widescreen</PresentationFormat>
  <Paragraphs>46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Davi Mustafa Tanajura</dc:creator>
  <cp:lastModifiedBy>Tanajura, Davi</cp:lastModifiedBy>
  <cp:revision>2</cp:revision>
  <dcterms:created xsi:type="dcterms:W3CDTF">2024-03-08T18:42:12Z</dcterms:created>
  <dcterms:modified xsi:type="dcterms:W3CDTF">2024-06-06T18:22:08Z</dcterms:modified>
</cp:coreProperties>
</file>